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071183" y="0"/>
            <a:ext cx="5120512" cy="6858000"/>
          </a:xfrm>
          <a:prstGeom prst="rect">
            <a:avLst/>
          </a:prstGeom>
          <a:solidFill>
            <a:srgbClr val="EAEF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ScamGuard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detect the scam. Understand the attack.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Scam Defense &amp; Threat Intelligence Platform, powered by Gemini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4937760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PRIVACY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79879" y="25603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1399" y="2926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F6F6D"/>
          </a:solidFill>
          <a:ln/>
        </p:spPr>
      </p:sp>
      <p:sp>
        <p:nvSpPr>
          <p:cNvPr id="14" name="Shape 12"/>
          <p:cNvSpPr/>
          <p:nvPr/>
        </p:nvSpPr>
        <p:spPr>
          <a:xfrm>
            <a:off x="8854199" y="356616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1C254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34359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9C6B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11399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4590288" y="4645152"/>
            <a:ext cx="6931152" cy="1078992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90288" y="4809744"/>
            <a:ext cx="41148" cy="749808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3410712"/>
            <a:ext cx="6931152" cy="1078992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3575304"/>
            <a:ext cx="41148" cy="749808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90288" y="2176272"/>
            <a:ext cx="6931152" cy="1078992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90288" y="2340864"/>
            <a:ext cx="41148" cy="749808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9C6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Scams Target Psychology, Not Software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antivirus scans files for malware. Today's scammers hack human trust instead.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66160" cy="3794760"/>
          </a:xfrm>
          <a:prstGeom prst="rect">
            <a:avLst/>
          </a:prstGeom>
          <a:solidFill>
            <a:srgbClr val="F5EE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every year in the U.S. alone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22976" y="230428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22976" y="264261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fear, and fake authority replace malware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22976" y="353872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Alerts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22976" y="387705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flag messages as ‘suspicious’ without explaining why.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480060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477316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Attacks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511149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move from SMS to fake websites to messaging apps.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8156448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3319272"/>
            <a:ext cx="41148" cy="1426464"/>
          </a:xfrm>
          <a:prstGeom prst="rect">
            <a:avLst/>
          </a:prstGeom>
          <a:solidFill>
            <a:srgbClr val="B4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98264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3319272"/>
            <a:ext cx="41148" cy="1426464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19272"/>
            <a:ext cx="41148" cy="1426464"/>
          </a:xfrm>
          <a:prstGeom prst="rect">
            <a:avLst/>
          </a:prstGeom>
          <a:solidFill>
            <a:srgbClr val="3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2F6F6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SCAMGUARD PARADIGM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Cryptic Warnings with Clear Answers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transparent forensic intelligence — in plain English.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0–100% threat score, explained in plain English.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Mapping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step-by-step breakdown of how the scam works.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Blueprint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steps to undo the damage and stay safe.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8156448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3319272"/>
            <a:ext cx="41148" cy="1426464"/>
          </a:xfrm>
          <a:prstGeom prst="rect">
            <a:avLst/>
          </a:prstGeom>
          <a:solidFill>
            <a:srgbClr val="3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98264" y="3319272"/>
            <a:ext cx="41148" cy="1426464"/>
          </a:xfrm>
          <a:prstGeom prst="rect">
            <a:avLst/>
          </a:prstGeom>
          <a:solidFill>
            <a:srgbClr val="3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19272"/>
            <a:ext cx="41148" cy="1426464"/>
          </a:xfrm>
          <a:prstGeom prst="rect">
            <a:avLst/>
          </a:prstGeom>
          <a:solidFill>
            <a:srgbClr val="B4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AA5B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Check a Scam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a text, a screenshot, or a link — ScamGuard analyzes it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Messages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SMS, email, or DM for instant linguistic analysis.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photo — Gemini Vision reads and checks it for you.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75834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B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PNG, JPG, HEIC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&amp; Links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inspect suspicious links without ever clicking them.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INSPECTION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8924544" y="3319272"/>
            <a:ext cx="41148" cy="1636776"/>
          </a:xfrm>
          <a:prstGeom prst="rect">
            <a:avLst/>
          </a:prstGeom>
          <a:solidFill>
            <a:srgbClr val="B4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24544" y="3154680"/>
            <a:ext cx="2651760" cy="19659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319272"/>
            <a:ext cx="41148" cy="1636776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3154680"/>
            <a:ext cx="2651760" cy="19659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28416" y="3319272"/>
            <a:ext cx="41148" cy="1636776"/>
          </a:xfrm>
          <a:prstGeom prst="rect">
            <a:avLst/>
          </a:prstGeom>
          <a:solidFill>
            <a:srgbClr val="3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28416" y="3154680"/>
            <a:ext cx="2651760" cy="19659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319272"/>
            <a:ext cx="41148" cy="1636776"/>
          </a:xfrm>
          <a:prstGeom prst="rect">
            <a:avLst/>
          </a:prstGeom>
          <a:solidFill>
            <a:srgbClr val="3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" y="3154680"/>
            <a:ext cx="2651760" cy="1965960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3B5B7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ScamGuard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decoupled pipeline from input to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interface for multi-modal input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16504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36544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36544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36544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36544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orchestrates the analysis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12968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33008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33008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over text, images, and links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09431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29471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29471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29471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29471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with score and next steps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8156448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3319272"/>
            <a:ext cx="41148" cy="1426464"/>
          </a:xfrm>
          <a:prstGeom prst="rect">
            <a:avLst/>
          </a:prstGeom>
          <a:solidFill>
            <a:srgbClr val="3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98264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3319272"/>
            <a:ext cx="41148" cy="1426464"/>
          </a:xfrm>
          <a:prstGeom prst="rect">
            <a:avLst/>
          </a:prstGeom>
          <a:solidFill>
            <a:srgbClr val="B4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19272"/>
            <a:ext cx="41148" cy="1426464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3520440" cy="310896"/>
          </a:xfrm>
          <a:prstGeom prst="roundRect">
            <a:avLst>
              <a:gd name="adj" fmla="val 17647"/>
            </a:avLst>
          </a:prstGeom>
          <a:solidFill>
            <a:srgbClr val="9C6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INTERFACE &amp; OUTPUT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Report, Three Parts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intelligence, turned into a clear, high-clarity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&amp; Score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risk badge — e.g. 92% Critical — with a plain summary.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Breakdown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lure, the mechanism, and the impact, explained simply.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Checklist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 right now, step by step.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8156448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3319272"/>
            <a:ext cx="41148" cy="1426464"/>
          </a:xfrm>
          <a:prstGeom prst="rect">
            <a:avLst/>
          </a:prstGeom>
          <a:solidFill>
            <a:srgbClr val="AA7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98264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98264" y="3319272"/>
            <a:ext cx="41148" cy="1426464"/>
          </a:xfrm>
          <a:prstGeom prst="rect">
            <a:avLst/>
          </a:prstGeom>
          <a:solidFill>
            <a:srgbClr val="3D5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3337560" cy="1755648"/>
          </a:xfrm>
          <a:prstGeom prst="roundRect">
            <a:avLst/>
          </a:prstGeom>
          <a:solidFill>
            <a:srgbClr val="F7F5F0"/>
          </a:solidFill>
          <a:ln w="12700">
            <a:solidFill>
              <a:srgbClr val="E0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319272"/>
            <a:ext cx="41148" cy="1426464"/>
          </a:xfrm>
          <a:prstGeom prst="rect">
            <a:avLst/>
          </a:prstGeom>
          <a:solidFill>
            <a:srgbClr val="3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640080" y="502920"/>
            <a:ext cx="3657600" cy="310896"/>
          </a:xfrm>
          <a:prstGeom prst="roundRect">
            <a:avLst>
              <a:gd name="adj" fmla="val 17647"/>
            </a:avLst>
          </a:prstGeom>
          <a:solidFill>
            <a:srgbClr val="2F6F6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PRIVACY &amp; GOVERNANCE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Stored. Ever.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architecture — privacy by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at Rest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processed in memory, then purged immediately.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PII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no email, no phone number — nothing to track.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is secured with TLS 1.3, end to end.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F6EAE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AA5B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80136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Shield Extension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13969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scanning of checkout forms and fake banking portals.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85292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SMS Gateway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19125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background threat screening.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90448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Threat Radar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424281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telemetry flags local scam campaigns early.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95604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Fraud 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529437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fraud triage for banking &amp; fintech partners.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45512" y="1965960"/>
            <a:ext cx="43889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an era where attacks exploit human emotion, education and transparency are the ultimate armor.”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45512" y="3657600"/>
            <a:ext cx="4388983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45512" y="3886200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accessible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45512" y="4270248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Sub-2-second analysis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45512" y="4654296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intel for everyone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2026-09-09T00:31:38Z</dcterms:created>
  <dcterms:modified xsi:type="dcterms:W3CDTF">2026-09-09T00:31:38Z</dcterms:modified>
</cp:coreProperties>
</file>